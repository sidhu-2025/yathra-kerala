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🏋️‍♂️ FITPULSE FITNESS TRACKER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Smart Fitness &amp; Workout Tracking Application</a:t>
            </a:r>
          </a:p>
          <a:p>
            <a:pPr>
              <a:spcAft>
                <a:spcPts val="2800"/>
              </a:spcAft>
              <a:defRPr sz="1800">
                <a:solidFill>
                  <a:srgbClr val="06B6D4"/>
                </a:solidFill>
              </a:defRPr>
            </a:pPr>
            <a:r>
              <a:t>A Full-Stack Web Platform to Log Workouts, Monitor Progress, and Set Fitness Goals</a:t>
            </a:r>
          </a:p>
          <a:p>
            <a:pPr>
              <a:defRPr sz="1400" b="1">
                <a:solidFill>
                  <a:srgbClr val="94A3B8"/>
                </a:solidFill>
              </a:defRPr>
            </a:pPr>
            <a:r>
              <a:t>Tech Stack: PHP 8  •  MySQL 8  •  Bootstrap 5  • 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The Real-World Problems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Workout Inconsistency: Most fitness attempts fail due to lack of habit tracking and accountability.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Manual Logs are Inefficient: Paper diaries or notes apps are tedious, easily forgotten, and lack visual feedback.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Bloated Commercial Apps: Existing solutions push paywalls, expensive subscriptions, and invasive ads.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Data Disconnection: Workouts, weight history, and targets are rarely integrated in one clean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Our Solution: FitPulse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Centralized Web Platform: A lightweight, responsive web app accessible on any desktop or mobile browser.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Automated Calculations: Automatically computes calories burned (via MET formula) and body metrics (BMI, BMR, TDEE).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Interactive Visualizations: Real-time progress curves and calorie distribution charts.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Goal Accountability: Dynamic milestone bars that auto-update as you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1. Log Workouts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Record activities across 9+ sports &amp; gym categories.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Capture duration, intensity, distance, and custom notes.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Log specific strength exercises with sets, reps, and weights lifted.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Scientific MET calorie burn auto-estimation.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2. Monitor Progress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Interactive 7-day activity &amp; calorie expenditure charts.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Category distribution doughnut graphs.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Historical body weight tracking curve vs target weight.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Monthly workout volume metrics and weigh-in 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3. Set Fitness Goals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Target weight loss &amp; muscle gain milestones.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Weekly workout frequency and calorie burn targets.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Automated progress percentage tracking.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Achievement celebration badges and statuses.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Frontend Layer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HTML5, CSS3, JavaScript (ES6+)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Bootstrap 5.3: Responsive layout, mobile-ready UI grid.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Chart.js: Hardware-accelerated canvas charts (bar, line, doughnut).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FontAwesome 6: Crisp visual icons.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Backend Layer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PHP 8.3: Fast, modern server-side processing.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PDO (PHP Data Objects): Secure parameterized queries protecting against SQL injection.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Bcrypt Hashing: password_hash() for robust user credentials security.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Session Engine: State management across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Database Layer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MySQL 8.0: Robust relational database management.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InnoDB Storage Engine: ACID compliant transactions.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Referential Integrity: Foreign keys with ON DELETE CASCADE constraints.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Optimized Indexing for fast search and aggregation.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Relational Database Schema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Core Entity Tables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users: ID, Name, Email, Password Hash, Age, Gender, Height, Current Weight, Target Weight, Daily &amp; Weekly Goals.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workouts: ID, User ID (FK), Title, Category, Workout Date, Duration (mins), Calories Burned, Intensity, Distance (km), Notes.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workout_exercises: ID, Workout ID (FK), Exercise Name, Sets, Reps, Weight Lifted (kg).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Progress &amp; Tracking Tables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weight_logs: ID, User ID (FK), Weight (kg), Log Date, Notes (maintains full historical body composition curve).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fitness_goals: ID, User ID (FK), Title, Goal Type, Target Value, Current Value, Unit, Start &amp; Target Dates, Status.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Relational Design: Clean 1-to-Many relationships linking workouts, weights, and goals directly to each user account.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SCIENTIFIC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Algorithms &amp; Physiological Computations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MET Calorie Estimation Formula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Formula: Calories = Duration (min) × [(MET × 3.5 × Weight in kg) / 200]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Running MET: 9.8 | HIIT MET: 8.5 | Cycling MET: 7.5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Strength Training MET: 5.0 | Swimming: 8.0 | Yoga: 3.0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Intensity Multiplier: Adjusts ±25% for high/low intensity.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Benefit: Accurate calorie expenditure without requiring smartwatches.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Biometric Health Metrics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BMI (Body Mass Index): Weight (kg) / [Height (m)]² with clinical classifications (Underweight, Normal, Overweight, Obese).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BMR (Mifflin-St Jeor): Calculates exact basal energy needed at rest based on age, gender, height, and weight.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TDEE: Calculates total daily energy expenditure based on user workout frequency.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Nutritional Calorie Targets: Recommends exact daily calorie deficit/surplus for fat loss or bulking.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Application Workflow &amp;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Step-by-Step User Journey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1. Authentication: Fast signup or 1-click Demo Account login.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2. Dashboard Hub: Instant visibility into 7-day workouts, energy burned, active time, and current BMI badge.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3. Log Workout: User selects activity, types duration, clicks 'Auto' for instant calorie estimation, and saves.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4. Real-Time Sync: Workouts and calories instantly update dashboard KPI widgets and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Interactive Analytics &amp; Export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Progress Page: Shows body weight curve dropping toward target weight line.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Fitness Goals: Visual progress bars auto-fill with every logged session.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Data Export: 1-Click 'Export CSV' generates a full Excel-compatible backup of all workouts.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Profile Customization: Update targets and view recalculation of BMR and TDEE.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Project Summary &amp; Key Results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Full Fulfillment: All project requirements (Workout logging, progress monitoring, goal setting) successfully realized.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Pure Tech Stack: Built cleanly with PHP 8, MySQL 8, Bootstrap 5, and Chart.js.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Robust Architecture: Secure authentication, relational integrity, and automated calculation models.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User-Centric UI: High responsiveness with intuitive, modern UI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Wearable IoT Integration: Sync with Google Fit, Apple Health, and Garmin APIs.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AI Coaching: Personalized workout recommendations using machine learning.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Social Leaderboard: Community workout challenges with friends.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Native Mobile App: Wrapper using Flutter or React Native.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Q&amp;A Session: Thank you!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